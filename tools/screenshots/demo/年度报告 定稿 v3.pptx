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年度报告 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全年回顾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全年营业收入 4810 万元，同比增长 15%</a:t>
            </a:r>
          </a:p>
          <a:p>
            <a:pPr>
              <a:defRPr sz="2800"/>
            </a:pPr>
            <a:r>
              <a:t>新客户占四成，老客户复购率 62%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第三季度销售额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第三季度销售额 1260 万元，同比增长 18%</a:t>
            </a:r>
          </a:p>
          <a:p>
            <a:pPr>
              <a:defRPr sz="2800"/>
            </a:pPr>
            <a:r>
              <a:t>华东区 486 万，首次超过华南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明年计划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老客户复购</a:t>
            </a:r>
          </a:p>
          <a:p>
            <a:pPr>
              <a:defRPr sz="2800"/>
            </a:pPr>
            <a:r>
              <a:t>西南区新开两个办事处</a:t>
            </a:r>
          </a:p>
          <a:p>
            <a:pPr>
              <a:defRPr sz="2800"/>
            </a:pPr>
            <a:r>
              <a:t>毛利率保持在 40% 以上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